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61" r:id="rId4"/>
    <p:sldId id="262" r:id="rId5"/>
    <p:sldId id="266" r:id="rId6"/>
    <p:sldId id="273" r:id="rId7"/>
    <p:sldId id="274" r:id="rId8"/>
    <p:sldId id="275" r:id="rId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396D5-2E5D-4F2D-8C19-D2AE1684F36D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CF631-D59F-4720-8AAA-BA6734259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31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DE28A-DEAD-4D3D-9F2A-A8B9C5562D13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EC9C8-89D8-4861-810C-5B04966122EF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ACD04-1DEC-4667-B738-67C8DAC82B70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8C37F9-B7F0-43C8-8C5E-49BB0F860D62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F527F-E864-4951-A238-D11D190EA344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8C7B7-1056-425B-ADFF-D776953A4164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EF562-AEDE-45F9-8615-4DA826A861B5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AD595-F121-42D4-AC66-477E0EBAE420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2AA39-1D4B-44AF-A424-8245ACEC9664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904BF4-A4F8-4059-9A83-C1D5EAAC1040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83F74-5E08-4F8C-A89C-AAE1649649C5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BCB979-E05B-42A5-BA39-E536DCC1D028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AC4340-3088-4106-ABD1-2BCD871BB0B1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B26868-D98B-495B-9716-2850EE113E99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96A96-3359-411F-999E-09EDE6791602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89833-E92D-41FE-AF4A-EF76727E68E2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827EC-9576-468A-A522-FE3BEBDC6E13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8735E-EAFB-4F10-AC3A-EE8BA6F8FA9B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7396E-2A20-4F02-B93E-ED8A9FF18D3D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08D67F-1FAA-4426-AA7B-86B39A22FF1D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4B5C8-2662-425C-B09A-E48E856ED11A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1D8C7-1DBC-4966-BF0E-CDBECF06F926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06639F7-C2EA-427A-A3E5-30C7FF1B2D1C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 dirty="0"/>
              <a:t>Griha Software Technologies </a:t>
            </a:r>
            <a:r>
              <a:rPr lang="en-IN" dirty="0" err="1"/>
              <a:t>Pvt.</a:t>
            </a:r>
            <a:r>
              <a:rPr lang="en-IN" dirty="0"/>
              <a:t>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B0711D7-048C-4107-A28A-C2FC74E44461}" type="slidenum">
              <a:rPr lang="en-IN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User Guide</a:t>
            </a:r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GOP - Marketing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 rot="21350491">
            <a:off x="11075670" y="6356350"/>
            <a:ext cx="312420" cy="365125"/>
          </a:xfrm>
          <a:noFill/>
        </p:spPr>
        <p:txBody>
          <a:bodyPr/>
          <a:lstStyle/>
          <a:p>
            <a:fld id="{472EC9C8-89D8-4861-810C-5B04966122E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249091" cy="1325563"/>
          </a:xfrm>
        </p:spPr>
        <p:txBody>
          <a:bodyPr/>
          <a:lstStyle/>
          <a:p>
            <a:r>
              <a:rPr lang="en-GB" sz="2400" dirty="0"/>
              <a:t>GOP - </a:t>
            </a:r>
            <a:r>
              <a:rPr lang="en-IN" sz="2400" dirty="0"/>
              <a:t>Marketing </a:t>
            </a:r>
            <a:r>
              <a:rPr lang="en-GB" sz="2400" dirty="0"/>
              <a:t>module u</a:t>
            </a:r>
            <a:r>
              <a:rPr lang="en-IN" sz="2400" dirty="0"/>
              <a:t>sage</a:t>
            </a:r>
          </a:p>
        </p:txBody>
      </p:sp>
      <p:sp>
        <p:nvSpPr>
          <p:cNvPr id="512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800" dirty="0"/>
              <a:t>Open GOP application by typing the URL address as received from application administrator in the address bar of the browser.</a:t>
            </a:r>
          </a:p>
          <a:p>
            <a:r>
              <a:rPr lang="en-IN" sz="1800" dirty="0"/>
              <a:t>Login to the GOP application by using the credentials provided by application administrator. If you don’t have credentials, you can contact to Project Manager</a:t>
            </a:r>
          </a:p>
          <a:p>
            <a:r>
              <a:rPr lang="en-IN" sz="1800" dirty="0"/>
              <a:t>Enter User Name and Password. User Name is case insensitive and password is case sensitive</a:t>
            </a:r>
          </a:p>
          <a:p>
            <a:r>
              <a:rPr lang="en-IN" sz="1800" dirty="0"/>
              <a:t>If you forgot password, click on ‘Forgot Password’ link to get the password reset link to your mailbox</a:t>
            </a:r>
          </a:p>
          <a:p>
            <a:r>
              <a:rPr lang="en-IN" sz="1800" dirty="0"/>
              <a:t>To avoid frequent entry of credentials, check “remember me on this computer” option, if you are the single user of this computer.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6372497" y="504462"/>
            <a:ext cx="5249091" cy="1219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1" hangingPunct="1">
              <a:lnSpc>
                <a:spcPct val="90000"/>
              </a:lnSpc>
              <a:defRPr/>
            </a:pPr>
            <a:r>
              <a:rPr lang="en-IN" sz="2800" dirty="0">
                <a:latin typeface="+mj-lt"/>
                <a:ea typeface="+mj-ea"/>
                <a:cs typeface="+mj-cs"/>
              </a:rPr>
              <a:t>Step 1-</a:t>
            </a:r>
            <a:r>
              <a:rPr lang="en-GB" sz="2800" dirty="0"/>
              <a:t> Login to GOP application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FCA48-BF3F-3173-88EB-B02E5AB60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24" y="1690688"/>
            <a:ext cx="3030070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6233160" y="430439"/>
            <a:ext cx="5414010" cy="1325563"/>
          </a:xfrm>
        </p:spPr>
        <p:txBody>
          <a:bodyPr/>
          <a:lstStyle/>
          <a:p>
            <a:r>
              <a:rPr lang="en-GB" sz="2800" dirty="0"/>
              <a:t>Open </a:t>
            </a:r>
            <a:r>
              <a:rPr lang="en-IN" sz="2800" dirty="0"/>
              <a:t>Marketing </a:t>
            </a:r>
            <a:r>
              <a:rPr lang="en-GB" sz="2800" dirty="0"/>
              <a:t>module</a:t>
            </a:r>
            <a:br>
              <a:rPr lang="en-GB" dirty="0"/>
            </a:br>
            <a:endParaRPr lang="en-IN" dirty="0"/>
          </a:p>
        </p:txBody>
      </p:sp>
      <p:sp>
        <p:nvSpPr>
          <p:cNvPr id="614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05994" cy="4235541"/>
          </a:xfrm>
        </p:spPr>
        <p:txBody>
          <a:bodyPr/>
          <a:lstStyle/>
          <a:p>
            <a:r>
              <a:rPr lang="en-IN" dirty="0"/>
              <a:t>After login, GOP application screen will open. Click on ‘Marketing’ menu in top menu panel.</a:t>
            </a:r>
          </a:p>
          <a:p>
            <a:r>
              <a:rPr lang="en-IN" dirty="0"/>
              <a:t>If this menu is not available, please contact Project Manager / Application administrator to get the access of this menu.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188259" y="177447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- </a:t>
            </a:r>
            <a:r>
              <a:rPr lang="en-IN" sz="2400" dirty="0"/>
              <a:t>Marketing </a:t>
            </a:r>
            <a:r>
              <a:rPr lang="en-GB" sz="2400" dirty="0"/>
              <a:t>module u</a:t>
            </a:r>
            <a:r>
              <a:rPr lang="en-IN" sz="2400" dirty="0"/>
              <a:t>sage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CD735-6CCA-3822-7563-6D2AF3C66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9" y="2135462"/>
            <a:ext cx="5770581" cy="3308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6272348" y="273685"/>
            <a:ext cx="5283382" cy="1325563"/>
          </a:xfrm>
        </p:spPr>
        <p:txBody>
          <a:bodyPr/>
          <a:lstStyle/>
          <a:p>
            <a:r>
              <a:rPr lang="en-IN" sz="2800" dirty="0"/>
              <a:t>Engineering Proposals</a:t>
            </a:r>
          </a:p>
        </p:txBody>
      </p:sp>
      <p:sp>
        <p:nvSpPr>
          <p:cNvPr id="7172" name="Content Placeholder 3"/>
          <p:cNvSpPr>
            <a:spLocks noGrp="1"/>
          </p:cNvSpPr>
          <p:nvPr>
            <p:ph sz="half" idx="2"/>
          </p:nvPr>
        </p:nvSpPr>
        <p:spPr>
          <a:xfrm>
            <a:off x="6263641" y="1590492"/>
            <a:ext cx="5181600" cy="4765857"/>
          </a:xfrm>
        </p:spPr>
        <p:txBody>
          <a:bodyPr/>
          <a:lstStyle/>
          <a:p>
            <a:r>
              <a:rPr lang="en-IN" sz="2000" dirty="0"/>
              <a:t>Select the Engineering menu panel and click on ‘Proposals’ menu</a:t>
            </a:r>
          </a:p>
          <a:p>
            <a:r>
              <a:rPr lang="en-IN" sz="2000" dirty="0"/>
              <a:t>Application shows all the documents uploaded as Engineering Proposals</a:t>
            </a:r>
          </a:p>
          <a:p>
            <a:r>
              <a:rPr lang="en-IN" sz="2000" dirty="0"/>
              <a:t>User can search for any uploaded document, by typing document file name in search box.</a:t>
            </a:r>
          </a:p>
          <a:p>
            <a:r>
              <a:rPr lang="en-IN" sz="2000" dirty="0"/>
              <a:t>User can sort the list of documents based on File Name and Uploaded on date in ascending / descending order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746759" y="273685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– Marketing module u</a:t>
            </a:r>
            <a:r>
              <a:rPr lang="en-IN" sz="2400" dirty="0"/>
              <a:t>sage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F57BF8-4582-F488-7588-42B9AFC8D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65" y="1288342"/>
            <a:ext cx="5706035" cy="50680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17632"/>
            <a:ext cx="5181600" cy="4351338"/>
          </a:xfrm>
        </p:spPr>
        <p:txBody>
          <a:bodyPr/>
          <a:lstStyle/>
          <a:p>
            <a:r>
              <a:rPr lang="en-IN" sz="2000" dirty="0"/>
              <a:t>Click on “Upload” button, application shows the upload popup as in screenshot</a:t>
            </a:r>
          </a:p>
          <a:p>
            <a:r>
              <a:rPr lang="en-IN" sz="2000" dirty="0"/>
              <a:t>Choose the file which you want to upload and click on “Upload” button</a:t>
            </a:r>
          </a:p>
          <a:p>
            <a:r>
              <a:rPr lang="en-IN" sz="2000" dirty="0"/>
              <a:t>Application uploads the selected file and displays success message, if it is uploaded successfully</a:t>
            </a:r>
          </a:p>
          <a:p>
            <a:r>
              <a:rPr lang="en-IN" sz="2000" dirty="0"/>
              <a:t>All file names must be unique</a:t>
            </a:r>
          </a:p>
          <a:p>
            <a:r>
              <a:rPr lang="en-IN" sz="2000" dirty="0"/>
              <a:t>On successful upload, application displays the selected file in list of files</a:t>
            </a:r>
          </a:p>
          <a:p>
            <a:r>
              <a:rPr lang="en-IN" sz="2000" dirty="0"/>
              <a:t>If any error, application displays it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EE9CA0-3D84-BDE9-51A4-DAFC9914D737}"/>
              </a:ext>
            </a:extLst>
          </p:cNvPr>
          <p:cNvSpPr txBox="1">
            <a:spLocks/>
          </p:cNvSpPr>
          <p:nvPr/>
        </p:nvSpPr>
        <p:spPr bwMode="auto">
          <a:xfrm>
            <a:off x="76199" y="273684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– Marketing module u</a:t>
            </a:r>
            <a:r>
              <a:rPr lang="en-IN" sz="2400" dirty="0"/>
              <a:t>sage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E8E908A-CA50-3A70-4493-21433963E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348" y="273685"/>
            <a:ext cx="5283382" cy="1325563"/>
          </a:xfrm>
        </p:spPr>
        <p:txBody>
          <a:bodyPr/>
          <a:lstStyle/>
          <a:p>
            <a:r>
              <a:rPr lang="en-IN" sz="2800" dirty="0"/>
              <a:t>Uploading New document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ACD6F9-3B57-CEE3-5C2C-669821886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4" y="1658155"/>
            <a:ext cx="6049786" cy="40702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D2D0E-037B-2A55-C5EE-A3E96A608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8C2C4-BC51-1CD0-CA5D-1B361EE35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7632"/>
            <a:ext cx="5181600" cy="4351338"/>
          </a:xfrm>
        </p:spPr>
        <p:txBody>
          <a:bodyPr/>
          <a:lstStyle/>
          <a:p>
            <a:r>
              <a:rPr lang="en-IN" sz="2000" dirty="0"/>
              <a:t>To search any document, user should know few characters from file name and it’s type like it is a Proposal / SOW / POC / NDA / Pricing Metrics / Project Plan</a:t>
            </a:r>
          </a:p>
          <a:p>
            <a:r>
              <a:rPr lang="en-IN" sz="2000" dirty="0"/>
              <a:t>Type few characters from file name in search text box and application filters the files having search characters in file name</a:t>
            </a:r>
          </a:p>
          <a:p>
            <a:r>
              <a:rPr lang="en-IN" sz="2000" dirty="0"/>
              <a:t>To clear filter, click on clear button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E0F1B7-BB1F-8587-9849-B44FB6AE5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ACBB8-FD64-566A-2804-EBC1FAFA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EF73265-8507-F057-F3E3-9626285DBA65}"/>
              </a:ext>
            </a:extLst>
          </p:cNvPr>
          <p:cNvSpPr txBox="1">
            <a:spLocks/>
          </p:cNvSpPr>
          <p:nvPr/>
        </p:nvSpPr>
        <p:spPr bwMode="auto">
          <a:xfrm>
            <a:off x="76199" y="273684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– Marketing module u</a:t>
            </a:r>
            <a:r>
              <a:rPr lang="en-IN" sz="2400" dirty="0"/>
              <a:t>sage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E797E6-F6D7-21A8-1EE2-AE65E8F9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348" y="273685"/>
            <a:ext cx="5283382" cy="1325563"/>
          </a:xfrm>
        </p:spPr>
        <p:txBody>
          <a:bodyPr/>
          <a:lstStyle/>
          <a:p>
            <a:r>
              <a:rPr lang="en-IN" sz="2800" dirty="0"/>
              <a:t>Search for any document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C13DAD-96B7-6EF0-5995-05A6A6342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7" y="1585655"/>
            <a:ext cx="5768564" cy="258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70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62D5F-B8A9-6391-5B4E-3489ACE8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2C338-FDD9-DEF4-EC97-A519CAD31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7632"/>
            <a:ext cx="5181600" cy="4351338"/>
          </a:xfrm>
        </p:spPr>
        <p:txBody>
          <a:bodyPr/>
          <a:lstStyle/>
          <a:p>
            <a:r>
              <a:rPr lang="en-IN" sz="2000" dirty="0"/>
              <a:t>To preview a document, click on Preview button of the selected document</a:t>
            </a:r>
          </a:p>
          <a:p>
            <a:r>
              <a:rPr lang="en-IN" sz="2000" dirty="0"/>
              <a:t>Application shows the preview of contents from the file</a:t>
            </a:r>
          </a:p>
          <a:p>
            <a:r>
              <a:rPr lang="en-IN" sz="2000" dirty="0"/>
              <a:t>User can download the file by clicking the download button in Preview window</a:t>
            </a:r>
          </a:p>
          <a:p>
            <a:r>
              <a:rPr lang="en-IN" sz="2000" dirty="0"/>
              <a:t>User can delete the unwanted document by clicking the Delete button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651C1-BF88-E2BE-0334-0919A0F4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68B1-3930-D251-A07E-CF6B5B43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4802CC1-D62C-D597-5EB4-6FB10D5B341C}"/>
              </a:ext>
            </a:extLst>
          </p:cNvPr>
          <p:cNvSpPr txBox="1">
            <a:spLocks/>
          </p:cNvSpPr>
          <p:nvPr/>
        </p:nvSpPr>
        <p:spPr bwMode="auto">
          <a:xfrm>
            <a:off x="76199" y="273684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– Marketing module u</a:t>
            </a:r>
            <a:r>
              <a:rPr lang="en-IN" sz="2400" dirty="0"/>
              <a:t>sage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7687170-49D5-CF53-7F9D-C2B9572E3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348" y="273685"/>
            <a:ext cx="5283382" cy="1325563"/>
          </a:xfrm>
        </p:spPr>
        <p:txBody>
          <a:bodyPr/>
          <a:lstStyle/>
          <a:p>
            <a:r>
              <a:rPr lang="en-IN" sz="2800" dirty="0"/>
              <a:t>Preview a document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1C9B34-4470-8865-63E7-FE874B427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20" y="1517632"/>
            <a:ext cx="5845880" cy="445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8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C651-1F77-1741-EDFF-6D77BA769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3A28A-762B-3C32-01FC-A1C2C94B6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7632"/>
            <a:ext cx="5181600" cy="4351338"/>
          </a:xfrm>
        </p:spPr>
        <p:txBody>
          <a:bodyPr/>
          <a:lstStyle/>
          <a:p>
            <a:r>
              <a:rPr lang="en-IN" sz="2000" dirty="0"/>
              <a:t>To manage other type of documents like SOWs / POCs / NDAs / Project Plans / Pricing Metrics, user can select the respective menu option from the respective domain</a:t>
            </a:r>
          </a:p>
          <a:p>
            <a:r>
              <a:rPr lang="en-IN" sz="2000" dirty="0"/>
              <a:t>Other features such as Search, Sort and, Upload are all same like Engineering Proposals as explained in previous slides</a:t>
            </a:r>
          </a:p>
          <a:p>
            <a:r>
              <a:rPr lang="en-IN" sz="2000" dirty="0"/>
              <a:t>All these features are same for Healthcare domain too</a:t>
            </a:r>
          </a:p>
          <a:p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7AD899-DAD2-239D-E4FC-4910BA1C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9456-8781-DEB2-671D-DA3FD352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2243C1-C9D7-787E-66E9-1757FCB8BE00}"/>
              </a:ext>
            </a:extLst>
          </p:cNvPr>
          <p:cNvSpPr txBox="1">
            <a:spLocks/>
          </p:cNvSpPr>
          <p:nvPr/>
        </p:nvSpPr>
        <p:spPr bwMode="auto">
          <a:xfrm>
            <a:off x="76199" y="273684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– Marketing module u</a:t>
            </a:r>
            <a:r>
              <a:rPr lang="en-IN" sz="2400" dirty="0"/>
              <a:t>sage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0345C06-C758-E773-4CBC-35D6BE70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348" y="273685"/>
            <a:ext cx="5283382" cy="1325563"/>
          </a:xfrm>
        </p:spPr>
        <p:txBody>
          <a:bodyPr/>
          <a:lstStyle/>
          <a:p>
            <a:r>
              <a:rPr lang="en-IN" sz="2800" dirty="0"/>
              <a:t>Other Document 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7C38CB-850F-9C84-DBF8-3BEED52F9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9" y="1337971"/>
            <a:ext cx="5831542" cy="303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49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586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User Guide</vt:lpstr>
      <vt:lpstr>GOP - Marketing module usage</vt:lpstr>
      <vt:lpstr>Open Marketing module </vt:lpstr>
      <vt:lpstr>Engineering Proposals</vt:lpstr>
      <vt:lpstr>Uploading New document</vt:lpstr>
      <vt:lpstr>Search for any document</vt:lpstr>
      <vt:lpstr>Preview a document</vt:lpstr>
      <vt:lpstr>Other Document 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</dc:title>
  <dc:creator>Rajasimhan Namadevan</dc:creator>
  <cp:lastModifiedBy>Vinod R Chougule</cp:lastModifiedBy>
  <cp:revision>125</cp:revision>
  <dcterms:created xsi:type="dcterms:W3CDTF">2014-06-05T12:16:43Z</dcterms:created>
  <dcterms:modified xsi:type="dcterms:W3CDTF">2025-11-19T11:25:58Z</dcterms:modified>
</cp:coreProperties>
</file>