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573D0E-A16C-4817-B1FF-942D70CAE1CA}" type="datetimeFigureOut">
              <a:rPr lang="en-IN"/>
              <a:pPr>
                <a:defRPr/>
              </a:pPr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2EC9C8-89D8-4861-810C-5B04966122EF}" type="slidenum">
              <a:rPr lang="en-IN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7B0DBF-AA53-49D4-A9D9-A566B9A909BB}" type="datetimeFigureOut">
              <a:rPr lang="en-IN"/>
              <a:pPr>
                <a:defRPr/>
              </a:pPr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8C37F9-B7F0-43C8-8C5E-49BB0F860D62}" type="slidenum">
              <a:rPr lang="en-IN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37B227-474B-4EB9-B6B0-8C11844FE2CB}" type="datetimeFigureOut">
              <a:rPr lang="en-IN"/>
              <a:pPr>
                <a:defRPr/>
              </a:pPr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28C7B7-1056-425B-ADFF-D776953A4164}" type="slidenum">
              <a:rPr lang="en-IN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6092B9-DF03-483F-AB9A-35FE3766F3A0}" type="datetimeFigureOut">
              <a:rPr lang="en-IN"/>
              <a:pPr>
                <a:defRPr/>
              </a:pPr>
              <a:t>09-10-2025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8AD595-F121-42D4-AC66-477E0EBAE420}" type="slidenum">
              <a:rPr lang="en-IN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83CED6-F7EB-4C6A-9A9A-8B19287D8D80}" type="datetimeFigureOut">
              <a:rPr lang="en-IN"/>
              <a:pPr>
                <a:defRPr/>
              </a:pPr>
              <a:t>09-10-2025</a:t>
            </a:fld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904BF4-A4F8-4059-9A83-C1D5EAAC1040}" type="slidenum">
              <a:rPr lang="en-IN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A3D99-3020-4B1C-B1AC-50457DA192F0}" type="datetimeFigureOut">
              <a:rPr lang="en-IN"/>
              <a:pPr>
                <a:defRPr/>
              </a:pPr>
              <a:t>09-10-2025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BCB979-E05B-42A5-BA39-E536DCC1D028}" type="slidenum">
              <a:rPr lang="en-IN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F72F48-D3C9-4675-8225-73DADDD9C508}" type="datetimeFigureOut">
              <a:rPr lang="en-IN"/>
              <a:pPr>
                <a:defRPr/>
              </a:pPr>
              <a:t>09-10-2025</a:t>
            </a:fld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B26868-D98B-495B-9716-2850EE113E99}" type="slidenum">
              <a:rPr lang="en-IN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746FA1-9289-4592-974A-3BAD68478C19}" type="datetimeFigureOut">
              <a:rPr lang="en-IN"/>
              <a:pPr>
                <a:defRPr/>
              </a:pPr>
              <a:t>09-10-2025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89833-E92D-41FE-AF4A-EF76727E68E2}" type="slidenum">
              <a:rPr lang="en-IN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DA4700-486C-4BFE-8D12-5DA58D177529}" type="datetimeFigureOut">
              <a:rPr lang="en-IN"/>
              <a:pPr>
                <a:defRPr/>
              </a:pPr>
              <a:t>09-10-2025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58735E-EAFB-4F10-AC3A-EE8BA6F8FA9B}" type="slidenum">
              <a:rPr lang="en-IN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36BDC8-8489-467B-B477-D6573C840CE6}" type="datetimeFigureOut">
              <a:rPr lang="en-IN"/>
              <a:pPr>
                <a:defRPr/>
              </a:pPr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08D67F-1FAA-4426-AA7B-86B39A22FF1D}" type="slidenum">
              <a:rPr lang="en-IN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8AF90F-0007-4563-92CC-FCCE514C86A0}" type="datetimeFigureOut">
              <a:rPr lang="en-IN"/>
              <a:pPr>
                <a:defRPr/>
              </a:pPr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D1D8C7-1DBC-4966-BF0E-CDBECF06F926}" type="slidenum">
              <a:rPr lang="en-IN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4890F59-98B3-4C32-8FF4-D92BE6AB2C46}" type="datetimeFigureOut">
              <a:rPr lang="en-IN"/>
              <a:pPr>
                <a:defRPr/>
              </a:pPr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EB0711D7-048C-4107-A28A-C2FC74E44461}" type="slidenum">
              <a:rPr lang="en-IN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User Guide</a:t>
            </a:r>
          </a:p>
        </p:txBody>
      </p:sp>
      <p:sp>
        <p:nvSpPr>
          <p:cNvPr id="205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GOP - Grihasoft Automation Tool – Fuzzy Value Fixer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Griha Software Technologies </a:t>
            </a:r>
            <a:r>
              <a:rPr lang="en-IN" dirty="0" err="1"/>
              <a:t>Pvt.</a:t>
            </a:r>
            <a:r>
              <a:rPr lang="en-IN" dirty="0"/>
              <a:t> Ltd.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58C37F9-B7F0-43C8-8C5E-49BB0F860D62}" type="slidenum">
              <a:rPr lang="en-IN" smtClean="0"/>
              <a:pPr/>
              <a:t>1</a:t>
            </a:fld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Fuzzy Value Fixer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Griha Software Technologies </a:t>
            </a:r>
            <a:r>
              <a:rPr lang="en-IN" dirty="0" err="1"/>
              <a:t>Pvt.</a:t>
            </a:r>
            <a:r>
              <a:rPr lang="en-IN" dirty="0"/>
              <a:t> Ltd.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58C37F9-B7F0-43C8-8C5E-49BB0F860D62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E9A75AC-1D58-2E18-F5F2-69FEF7979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32CB3F-9540-43F5-43EF-FB073F989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10515600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426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7955"/>
            <a:ext cx="10515600" cy="583565"/>
          </a:xfrm>
        </p:spPr>
        <p:txBody>
          <a:bodyPr/>
          <a:lstStyle/>
          <a:p>
            <a:r>
              <a:rPr lang="en-US" sz="3200" b="1" dirty="0"/>
              <a:t>Fuzzy Value Fixer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6770" y="731520"/>
            <a:ext cx="10515600" cy="563499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Step 1: Download Input File Template</a:t>
            </a:r>
          </a:p>
          <a:p>
            <a:pPr lvl="1"/>
            <a:r>
              <a:rPr lang="en-US" sz="1600" dirty="0"/>
              <a:t>Click on Download input file template hyperlink to download the input file.</a:t>
            </a:r>
          </a:p>
          <a:p>
            <a:pPr marL="457200" lvl="1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dirty="0"/>
              <a:t>Step 2: Prepare the input file with valid data</a:t>
            </a:r>
          </a:p>
          <a:p>
            <a:pPr lvl="1"/>
            <a:r>
              <a:rPr lang="en-GB" sz="1600" dirty="0"/>
              <a:t>Fill out the necessary input columns in the file and save it</a:t>
            </a:r>
            <a:r>
              <a:rPr lang="en-US" sz="1600" dirty="0"/>
              <a:t>.</a:t>
            </a:r>
          </a:p>
          <a:p>
            <a:pPr lvl="1"/>
            <a:r>
              <a:rPr lang="en-US" sz="1600" dirty="0"/>
              <a:t>Input file must contain 2 worksheets.</a:t>
            </a:r>
          </a:p>
          <a:p>
            <a:pPr lvl="1"/>
            <a:r>
              <a:rPr lang="en-US" sz="1600" dirty="0"/>
              <a:t>Below is the example of input file.</a:t>
            </a:r>
          </a:p>
          <a:p>
            <a:pPr marL="457200" lvl="1" indent="0">
              <a:buNone/>
            </a:pPr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58C37F9-B7F0-43C8-8C5E-49BB0F860D62}" type="slidenum">
              <a:rPr lang="en-IN" smtClean="0"/>
              <a:pPr/>
              <a:t>3</a:t>
            </a:fld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70" y="2995014"/>
            <a:ext cx="10058400" cy="2734042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 bwMode="auto">
          <a:xfrm>
            <a:off x="1017270" y="5743661"/>
            <a:ext cx="10058400" cy="583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algn="ctr"/>
            <a:r>
              <a:rPr lang="en-US" sz="1600" dirty="0">
                <a:latin typeface="+mn-lt"/>
              </a:rPr>
              <a:t>Worksheet 1</a:t>
            </a:r>
          </a:p>
        </p:txBody>
      </p:sp>
    </p:spTree>
    <p:extLst>
      <p:ext uri="{BB962C8B-B14F-4D97-AF65-F5344CB8AC3E}">
        <p14:creationId xmlns:p14="http://schemas.microsoft.com/office/powerpoint/2010/main" val="1868156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422525"/>
            <a:ext cx="2019300" cy="617855"/>
          </a:xfrm>
        </p:spPr>
        <p:txBody>
          <a:bodyPr/>
          <a:lstStyle/>
          <a:p>
            <a:pPr algn="ctr"/>
            <a:r>
              <a:rPr lang="en-US" sz="1400" dirty="0">
                <a:latin typeface="+mn-lt"/>
              </a:rPr>
              <a:t>Worksheet 2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457200"/>
            <a:ext cx="8732520" cy="1947863"/>
          </a:xfrm>
        </p:spPr>
      </p:pic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26770" y="3028950"/>
            <a:ext cx="10515600" cy="3337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Step 3: Select Input file by browsing</a:t>
            </a:r>
          </a:p>
          <a:p>
            <a:pPr lvl="1"/>
            <a:r>
              <a:rPr lang="en-US" sz="1600" dirty="0"/>
              <a:t>Data file prepared in Step 2 will be uploaded to the page through browse option.</a:t>
            </a:r>
          </a:p>
          <a:p>
            <a:pPr marL="457200" lvl="1" indent="0">
              <a:buNone/>
            </a:pPr>
            <a:endParaRPr lang="en-US" sz="1600" dirty="0"/>
          </a:p>
          <a:p>
            <a:pPr marL="0" indent="0">
              <a:buFont typeface="Arial" charset="0"/>
              <a:buNone/>
            </a:pPr>
            <a:r>
              <a:rPr lang="en-US" sz="2000" dirty="0"/>
              <a:t>Step 4: Validate and process</a:t>
            </a:r>
          </a:p>
          <a:p>
            <a:pPr lvl="1"/>
            <a:r>
              <a:rPr lang="en-GB" sz="1600" dirty="0"/>
              <a:t>Click validate and process once the file is uploaded.</a:t>
            </a:r>
          </a:p>
          <a:p>
            <a:pPr lvl="1"/>
            <a:r>
              <a:rPr lang="en-US" sz="1600" dirty="0"/>
              <a:t>Input file must contain all the columns present template file.</a:t>
            </a:r>
          </a:p>
          <a:p>
            <a:pPr lvl="1"/>
            <a:r>
              <a:rPr lang="en-US" sz="1600" dirty="0"/>
              <a:t>Application will check ‘Replace with’ column in worksheet 2, if any value present then it will replace both ‘Value type-1’ and ‘ Value type-2’ columns with value containing in ‘Replace with’ column.</a:t>
            </a:r>
          </a:p>
          <a:p>
            <a:pPr lvl="1"/>
            <a:r>
              <a:rPr lang="en-US" sz="1600" dirty="0"/>
              <a:t>If ‘replace with’ column value is empty then, application will check ‘Decision to retain’ column.</a:t>
            </a:r>
          </a:p>
          <a:p>
            <a:pPr lvl="1"/>
            <a:r>
              <a:rPr lang="en-US" sz="1600" dirty="0"/>
              <a:t>If ‘Decision to retain’ column value is ‘type-1’ then application will replace ‘Value type-2’ text with ‘Value type-1’s value. ‘Value type-1’ text is retained and vice versa.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58C37F9-B7F0-43C8-8C5E-49BB0F860D62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9213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26770" y="205740"/>
            <a:ext cx="10515600" cy="6160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600" dirty="0"/>
              <a:t>In second worksheet, if ‘Value-type 1’ and ‘Value-type 2’ columns have same values repeated then application will creates a column ‘Observation’ in worksheet 2 and mark it as conflict.</a:t>
            </a:r>
          </a:p>
          <a:p>
            <a:pPr lvl="1"/>
            <a:r>
              <a:rPr lang="en-US" sz="1600" dirty="0"/>
              <a:t>In second worksheet, Value in 'Decision To Retain' column has to be either 'Type-1' or 'Type-2' or it should be empty.</a:t>
            </a:r>
          </a:p>
          <a:p>
            <a:pPr lvl="1"/>
            <a:r>
              <a:rPr lang="en-US" sz="1600" dirty="0"/>
              <a:t>‘Decision to Retain’ and ‘Replace with’ both column values can not be empty.</a:t>
            </a:r>
          </a:p>
          <a:p>
            <a:pPr lvl="1"/>
            <a:r>
              <a:rPr lang="en-US" sz="1600" dirty="0"/>
              <a:t>Application will create ‘Replacement with value’ column in first worksheet to store replaced values and replaced values are highlighted.</a:t>
            </a:r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Step 5: Download  output file</a:t>
            </a:r>
          </a:p>
          <a:p>
            <a:pPr lvl="1"/>
            <a:r>
              <a:rPr lang="en-US" sz="1600" dirty="0"/>
              <a:t>Once Fuzzy values are fixed successfully, click on download the output file.</a:t>
            </a:r>
          </a:p>
          <a:p>
            <a:pPr lvl="1"/>
            <a:r>
              <a:rPr lang="en-US" sz="1600" dirty="0"/>
              <a:t>An output file will be downloaded in to your local drive.</a:t>
            </a:r>
          </a:p>
          <a:p>
            <a:pPr lvl="1"/>
            <a:r>
              <a:rPr lang="en-US" sz="1600" dirty="0"/>
              <a:t>You can click on close to start uploading new input file.</a:t>
            </a:r>
          </a:p>
          <a:p>
            <a:pPr lvl="1"/>
            <a:endParaRPr lang="en-US" sz="1600" dirty="0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58C37F9-B7F0-43C8-8C5E-49BB0F860D62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6514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1198</TotalTime>
  <Words>418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User Guide</vt:lpstr>
      <vt:lpstr>Fuzzy Value Fixer</vt:lpstr>
      <vt:lpstr>Fuzzy Value Fixer Steps</vt:lpstr>
      <vt:lpstr>Worksheet 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Guide</dc:title>
  <dc:creator>Manoj D S</dc:creator>
  <cp:lastModifiedBy>Vinod R Chougule</cp:lastModifiedBy>
  <cp:revision>92</cp:revision>
  <dcterms:created xsi:type="dcterms:W3CDTF">2014-06-05T12:16:43Z</dcterms:created>
  <dcterms:modified xsi:type="dcterms:W3CDTF">2025-10-09T06:19:39Z</dcterms:modified>
</cp:coreProperties>
</file>