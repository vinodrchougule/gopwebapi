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0" r:id="rId3"/>
    <p:sldId id="261" r:id="rId4"/>
    <p:sldId id="262" r:id="rId5"/>
    <p:sldId id="266" r:id="rId6"/>
    <p:sldId id="267" r:id="rId7"/>
    <p:sldId id="271" r:id="rId8"/>
    <p:sldId id="272" r:id="rId9"/>
    <p:sldId id="269" r:id="rId10"/>
    <p:sldId id="270" r:id="rId11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96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0396D5-2E5D-4F2D-8C19-D2AE1684F36D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4CF631-D59F-4720-8AAA-BA6734259F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3314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1DE28A-DEAD-4D3D-9F2A-A8B9C5562D13}" type="datetime1">
              <a:rPr lang="en-IN" smtClean="0"/>
              <a:t>15-10-2024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2EC9C8-89D8-4861-810C-5B04966122EF}" type="slidenum">
              <a:rPr lang="en-IN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7ACD04-1DEC-4667-B738-67C8DAC82B70}" type="datetime1">
              <a:rPr lang="en-IN" smtClean="0"/>
              <a:t>15-10-2024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8C37F9-B7F0-43C8-8C5E-49BB0F860D62}" type="slidenum">
              <a:rPr lang="en-IN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CF527F-E864-4951-A238-D11D190EA344}" type="datetime1">
              <a:rPr lang="en-IN" smtClean="0"/>
              <a:t>15-10-2024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28C7B7-1056-425B-ADFF-D776953A4164}" type="slidenum">
              <a:rPr lang="en-IN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9EF562-AEDE-45F9-8615-4DA826A861B5}" type="datetime1">
              <a:rPr lang="en-IN" smtClean="0"/>
              <a:t>15-10-2024</a:t>
            </a:fld>
            <a:endParaRPr lang="en-IN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8AD595-F121-42D4-AC66-477E0EBAE420}" type="slidenum">
              <a:rPr lang="en-IN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A2AA39-1D4B-44AF-A424-8245ACEC9664}" type="datetime1">
              <a:rPr lang="en-IN" smtClean="0"/>
              <a:t>15-10-2024</a:t>
            </a:fld>
            <a:endParaRPr lang="en-IN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7904BF4-A4F8-4059-9A83-C1D5EAAC1040}" type="slidenum">
              <a:rPr lang="en-IN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B83F74-5E08-4F8C-A89C-AAE1649649C5}" type="datetime1">
              <a:rPr lang="en-IN" smtClean="0"/>
              <a:t>15-10-2024</a:t>
            </a:fld>
            <a:endParaRPr lang="en-IN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BCB979-E05B-42A5-BA39-E536DCC1D028}" type="slidenum">
              <a:rPr lang="en-IN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AC4340-3088-4106-ABD1-2BCD871BB0B1}" type="datetime1">
              <a:rPr lang="en-IN" smtClean="0"/>
              <a:t>15-10-2024</a:t>
            </a:fld>
            <a:endParaRPr lang="en-IN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B26868-D98B-495B-9716-2850EE113E99}" type="slidenum">
              <a:rPr lang="en-IN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896A96-3359-411F-999E-09EDE6791602}" type="datetime1">
              <a:rPr lang="en-IN" smtClean="0"/>
              <a:t>15-10-2024</a:t>
            </a:fld>
            <a:endParaRPr lang="en-IN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6A89833-E92D-41FE-AF4A-EF76727E68E2}" type="slidenum">
              <a:rPr lang="en-IN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0827EC-9576-468A-A522-FE3BEBDC6E13}" type="datetime1">
              <a:rPr lang="en-IN" smtClean="0"/>
              <a:t>15-10-2024</a:t>
            </a:fld>
            <a:endParaRPr lang="en-IN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658735E-EAFB-4F10-AC3A-EE8BA6F8FA9B}" type="slidenum">
              <a:rPr lang="en-IN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47396E-2A20-4F02-B93E-ED8A9FF18D3D}" type="datetime1">
              <a:rPr lang="en-IN" smtClean="0"/>
              <a:t>15-10-2024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08D67F-1FAA-4426-AA7B-86B39A22FF1D}" type="slidenum">
              <a:rPr lang="en-IN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F4B5C8-2662-425C-B09A-E48E856ED11A}" type="datetime1">
              <a:rPr lang="en-IN" smtClean="0"/>
              <a:t>15-10-2024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IN"/>
              <a:t>Griha Software Technologies Pvt. Ltd.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D1D8C7-1DBC-4966-BF0E-CDBECF06F926}" type="slidenum">
              <a:rPr lang="en-IN"/>
              <a:pPr/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806639F7-C2EA-427A-A3E5-30C7FF1B2D1C}" type="datetime1">
              <a:rPr lang="en-IN" smtClean="0"/>
              <a:t>15-10-2024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IN" dirty="0"/>
              <a:t>Griha Software Technologies </a:t>
            </a:r>
            <a:r>
              <a:rPr lang="en-IN" dirty="0" err="1"/>
              <a:t>Pvt.</a:t>
            </a:r>
            <a:r>
              <a:rPr lang="en-IN" dirty="0"/>
              <a:t> Ltd.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EB0711D7-048C-4107-A28A-C2FC74E44461}" type="slidenum">
              <a:rPr lang="en-IN"/>
              <a:pPr/>
              <a:t>‹#›</a:t>
            </a:fld>
            <a:endParaRPr lang="en-I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User Guide</a:t>
            </a:r>
          </a:p>
        </p:txBody>
      </p:sp>
      <p:sp>
        <p:nvSpPr>
          <p:cNvPr id="2051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GOP - MRO Dictionary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 rot="21350491">
            <a:off x="11075670" y="6356350"/>
            <a:ext cx="312420" cy="365125"/>
          </a:xfrm>
          <a:noFill/>
        </p:spPr>
        <p:txBody>
          <a:bodyPr/>
          <a:lstStyle/>
          <a:p>
            <a:fld id="{472EC9C8-89D8-4861-810C-5B04966122EF}" type="slidenum">
              <a:rPr lang="en-IN" smtClean="0"/>
              <a:pPr/>
              <a:t>1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Griha Software Technologies Pvt. Ltd.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5249091" cy="1325563"/>
          </a:xfrm>
        </p:spPr>
        <p:txBody>
          <a:bodyPr/>
          <a:lstStyle/>
          <a:p>
            <a:r>
              <a:rPr lang="en-GB" sz="2400" dirty="0"/>
              <a:t>GOP - MRO Dictionary module u</a:t>
            </a:r>
            <a:r>
              <a:rPr lang="en-IN" sz="2400" dirty="0"/>
              <a:t>sage</a:t>
            </a:r>
          </a:p>
        </p:txBody>
      </p:sp>
      <p:sp>
        <p:nvSpPr>
          <p:cNvPr id="512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sz="1800" dirty="0"/>
              <a:t>Open GOP application by typing the URL address as received from application administrator in the address bar of the browser.</a:t>
            </a:r>
          </a:p>
          <a:p>
            <a:r>
              <a:rPr lang="en-IN" sz="1800" dirty="0"/>
              <a:t>Login to the GOP application by using the credentials provided by application administrator. If you don’t have credentials, you can contact to Project Manager</a:t>
            </a:r>
          </a:p>
          <a:p>
            <a:r>
              <a:rPr lang="en-IN" sz="1800" dirty="0"/>
              <a:t>Enter User Name and Password. User Name is case insensitive and password is case sensitive</a:t>
            </a:r>
          </a:p>
          <a:p>
            <a:r>
              <a:rPr lang="en-IN" sz="1800" dirty="0"/>
              <a:t>If you forgot password, click on ‘Forgot Password’ link to get the password reset link to your mailbox</a:t>
            </a:r>
          </a:p>
          <a:p>
            <a:r>
              <a:rPr lang="en-IN" sz="1800" dirty="0"/>
              <a:t>To avoid frequent entry of credentials, check “remember me on this computer” option, if you are the single user of this computer.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 bwMode="auto">
          <a:xfrm>
            <a:off x="6372497" y="504462"/>
            <a:ext cx="5249091" cy="12198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 eaLnBrk="1" hangingPunct="1">
              <a:lnSpc>
                <a:spcPct val="90000"/>
              </a:lnSpc>
              <a:defRPr/>
            </a:pPr>
            <a:r>
              <a:rPr lang="en-IN" sz="2800" dirty="0">
                <a:latin typeface="+mj-lt"/>
                <a:ea typeface="+mj-ea"/>
                <a:cs typeface="+mj-cs"/>
              </a:rPr>
              <a:t>Step 1-</a:t>
            </a:r>
            <a:r>
              <a:rPr lang="en-GB" sz="2800" dirty="0"/>
              <a:t> Login to GOP application</a:t>
            </a:r>
            <a:endParaRPr kumimoji="0" lang="en-IN" sz="2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AD595-F121-42D4-AC66-477E0EBAE420}" type="slidenum">
              <a:rPr lang="en-IN" smtClean="0"/>
              <a:pPr/>
              <a:t>2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Griha Software Technologies Pvt. Ltd.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7FCA48-BF3F-3173-88EB-B02E5AB60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824" y="1690688"/>
            <a:ext cx="3030070" cy="435133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6233160" y="430439"/>
            <a:ext cx="5414010" cy="1325563"/>
          </a:xfrm>
        </p:spPr>
        <p:txBody>
          <a:bodyPr/>
          <a:lstStyle/>
          <a:p>
            <a:r>
              <a:rPr lang="en-GB" sz="2800" dirty="0"/>
              <a:t>Open MRO Dictionary module</a:t>
            </a:r>
            <a:br>
              <a:rPr lang="en-GB" dirty="0"/>
            </a:br>
            <a:endParaRPr lang="en-IN" dirty="0"/>
          </a:p>
        </p:txBody>
      </p:sp>
      <p:sp>
        <p:nvSpPr>
          <p:cNvPr id="6148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505994" cy="4235541"/>
          </a:xfrm>
        </p:spPr>
        <p:txBody>
          <a:bodyPr/>
          <a:lstStyle/>
          <a:p>
            <a:r>
              <a:rPr lang="en-IN" dirty="0"/>
              <a:t>After login, GOP application screen will open. Click on ‘MRO Dictionary’ menu in top menu panel.</a:t>
            </a:r>
          </a:p>
          <a:p>
            <a:r>
              <a:rPr lang="en-IN" dirty="0"/>
              <a:t>If this menu is not available, please contact Project Manager / Application administrator to get the access of this menu.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AD595-F121-42D4-AC66-477E0EBAE420}" type="slidenum">
              <a:rPr lang="en-IN" smtClean="0"/>
              <a:pPr/>
              <a:t>3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Griha Software Technologies Pvt. Ltd.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 bwMode="auto">
          <a:xfrm>
            <a:off x="188259" y="177447"/>
            <a:ext cx="5249091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9pPr>
          </a:lstStyle>
          <a:p>
            <a:pPr eaLnBrk="1" hangingPunct="1"/>
            <a:r>
              <a:rPr lang="en-GB" sz="2400" dirty="0"/>
              <a:t>GOP - MRO Dictionary module u</a:t>
            </a:r>
            <a:r>
              <a:rPr lang="en-IN" sz="2400" dirty="0"/>
              <a:t>sage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B20D8F-6AB5-05FD-5611-5515F9EF19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259" y="1650602"/>
            <a:ext cx="5916452" cy="44105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>
          <a:xfrm>
            <a:off x="6272348" y="273685"/>
            <a:ext cx="5283382" cy="1325563"/>
          </a:xfrm>
        </p:spPr>
        <p:txBody>
          <a:bodyPr/>
          <a:lstStyle/>
          <a:p>
            <a:r>
              <a:rPr lang="en-IN" sz="2800" dirty="0"/>
              <a:t>MRO Dictionary Viewer</a:t>
            </a:r>
          </a:p>
        </p:txBody>
      </p:sp>
      <p:sp>
        <p:nvSpPr>
          <p:cNvPr id="7172" name="Content Placeholder 3"/>
          <p:cNvSpPr>
            <a:spLocks noGrp="1"/>
          </p:cNvSpPr>
          <p:nvPr>
            <p:ph sz="half" idx="2"/>
          </p:nvPr>
        </p:nvSpPr>
        <p:spPr>
          <a:xfrm>
            <a:off x="6263641" y="1590492"/>
            <a:ext cx="5181600" cy="4765857"/>
          </a:xfrm>
        </p:spPr>
        <p:txBody>
          <a:bodyPr/>
          <a:lstStyle/>
          <a:p>
            <a:r>
              <a:rPr lang="en-IN" sz="2000" dirty="0"/>
              <a:t>Select the MRO Dictionary Version</a:t>
            </a:r>
          </a:p>
          <a:p>
            <a:r>
              <a:rPr lang="en-IN" sz="2000" dirty="0"/>
              <a:t>Select the Noun, Application displays the list of all modifiers and the list of all synonyms for the selected noun</a:t>
            </a:r>
          </a:p>
          <a:p>
            <a:r>
              <a:rPr lang="en-IN" sz="2000" dirty="0"/>
              <a:t>Select the Modifier. Application displays the Attributes of selected Noun and Modifier with definition of Noun-Modifier, Modifier Guidelines, UNSPSC Categories linked to this noun-modifier</a:t>
            </a:r>
          </a:p>
          <a:p>
            <a:r>
              <a:rPr lang="en-IN" sz="2000" dirty="0"/>
              <a:t>Application displays the images of selected noun and modifier</a:t>
            </a:r>
          </a:p>
          <a:p>
            <a:r>
              <a:rPr lang="en-IN" sz="2000" dirty="0"/>
              <a:t>Click on Synonym down-arrow, application displays the synonym as noun and it displays the modifiers / synonyms of selected synonym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AD595-F121-42D4-AC66-477E0EBAE420}" type="slidenum">
              <a:rPr lang="en-IN" smtClean="0"/>
              <a:pPr/>
              <a:t>4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Griha Software Technologies Pvt. Ltd.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 bwMode="auto">
          <a:xfrm>
            <a:off x="746759" y="273685"/>
            <a:ext cx="5249091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9pPr>
          </a:lstStyle>
          <a:p>
            <a:pPr eaLnBrk="1" hangingPunct="1"/>
            <a:r>
              <a:rPr lang="en-GB" sz="2400" dirty="0"/>
              <a:t>GOP - MRO Dictionary module u</a:t>
            </a:r>
            <a:r>
              <a:rPr lang="en-IN" sz="2400" dirty="0"/>
              <a:t>sage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8AE86C-B614-8416-0885-279DBC1403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759" y="1831658"/>
            <a:ext cx="5344353" cy="395057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dirty="0"/>
              <a:t>Select the Attribute to get the enumerated valid values (EVVs), </a:t>
            </a:r>
            <a:r>
              <a:rPr lang="en-GB" dirty="0"/>
              <a:t>Attribute Definition/Guidelines</a:t>
            </a:r>
          </a:p>
          <a:p>
            <a:r>
              <a:rPr lang="en-IN" dirty="0"/>
              <a:t>Select synonym, to get the synonym definition / guidelines</a:t>
            </a:r>
          </a:p>
          <a:p>
            <a:r>
              <a:rPr lang="en-IN" dirty="0"/>
              <a:t>If you click ‘Action’ column from synonym, application displays all the details of that synonym as noun</a:t>
            </a:r>
          </a:p>
          <a:p>
            <a:endParaRPr lang="en-IN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AD595-F121-42D4-AC66-477E0EBAE420}" type="slidenum">
              <a:rPr lang="en-IN" smtClean="0"/>
              <a:pPr/>
              <a:t>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Griha Software Technologies Pvt. Ltd.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 bwMode="auto">
          <a:xfrm>
            <a:off x="461553" y="273685"/>
            <a:ext cx="5249091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9pPr>
          </a:lstStyle>
          <a:p>
            <a:pPr eaLnBrk="1" hangingPunct="1"/>
            <a:r>
              <a:rPr lang="en-GB" sz="2400" dirty="0"/>
              <a:t>GOP - MRO Dictionary module u</a:t>
            </a:r>
            <a:r>
              <a:rPr lang="en-IN" sz="2400" dirty="0"/>
              <a:t>sage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6272348" y="273685"/>
            <a:ext cx="5283382" cy="1325563"/>
          </a:xfrm>
        </p:spPr>
        <p:txBody>
          <a:bodyPr/>
          <a:lstStyle/>
          <a:p>
            <a:r>
              <a:rPr lang="en-IN" sz="2800" dirty="0"/>
              <a:t>MRO Dictionary Viewer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1910616-3EA2-E0C2-CD0D-D150D8A1A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99" y="1730543"/>
            <a:ext cx="6019801" cy="41861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37684" y="1168877"/>
            <a:ext cx="5511982" cy="5187474"/>
          </a:xfrm>
        </p:spPr>
        <p:txBody>
          <a:bodyPr/>
          <a:lstStyle/>
          <a:p>
            <a:r>
              <a:rPr lang="en-IN" sz="1600" dirty="0"/>
              <a:t>To upload MRO Dictionary data, download the template by clicking on Download Template hyperlink from the top right corner of the page</a:t>
            </a:r>
          </a:p>
          <a:p>
            <a:r>
              <a:rPr lang="en-IN" sz="1600" dirty="0"/>
              <a:t>Prepare the data in template format. Ensure that you are preparing the data by following all the validations from the ‘View the validation applied on data’</a:t>
            </a:r>
          </a:p>
          <a:p>
            <a:r>
              <a:rPr lang="en-IN" sz="1600" dirty="0"/>
              <a:t>To upload the data, select the file, enter unique Version Name / No.</a:t>
            </a:r>
          </a:p>
          <a:p>
            <a:r>
              <a:rPr lang="en-IN" sz="1600" dirty="0"/>
              <a:t>Application shows the summary of all the from file on page. Ensure that, this is correct as per selected file.</a:t>
            </a:r>
          </a:p>
          <a:p>
            <a:r>
              <a:rPr lang="en-IN" sz="1600" dirty="0"/>
              <a:t>Click on Validate and Upload Dictionary button to upload all the data from the file</a:t>
            </a:r>
          </a:p>
          <a:p>
            <a:r>
              <a:rPr lang="en-IN" sz="1600" dirty="0"/>
              <a:t>Application shows the progress of each step and right mark on completion of the step successfully</a:t>
            </a:r>
          </a:p>
          <a:p>
            <a:r>
              <a:rPr lang="en-IN" sz="1600" dirty="0"/>
              <a:t>On successful upload of the data, application shows all the details in below table, click on ‘Download Data’ button to download all the details of selected Version.</a:t>
            </a:r>
          </a:p>
          <a:p>
            <a:r>
              <a:rPr lang="en-IN" sz="1600" dirty="0"/>
              <a:t>To delete all the details of selected version, click on Delete button from the table</a:t>
            </a:r>
            <a:br>
              <a:rPr lang="en-IN" sz="2000" dirty="0"/>
            </a:br>
            <a:endParaRPr lang="en-IN" sz="2000" dirty="0"/>
          </a:p>
          <a:p>
            <a:endParaRPr lang="en-IN" sz="2000" dirty="0"/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6272348" y="273685"/>
            <a:ext cx="5511982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Upload MRO Dictionary</a:t>
            </a:r>
            <a:endParaRPr lang="en-GB" sz="2800" dirty="0">
              <a:latin typeface="+mn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AD595-F121-42D4-AC66-477E0EBAE420}" type="slidenum">
              <a:rPr lang="en-IN" smtClean="0"/>
              <a:pPr/>
              <a:t>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Griha Software Technologies Pvt. Ltd.</a:t>
            </a:r>
          </a:p>
        </p:txBody>
      </p:sp>
      <p:sp>
        <p:nvSpPr>
          <p:cNvPr id="11" name="Title 1"/>
          <p:cNvSpPr txBox="1">
            <a:spLocks/>
          </p:cNvSpPr>
          <p:nvPr/>
        </p:nvSpPr>
        <p:spPr bwMode="auto">
          <a:xfrm>
            <a:off x="473710" y="315908"/>
            <a:ext cx="5249091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9pPr>
          </a:lstStyle>
          <a:p>
            <a:pPr eaLnBrk="1" hangingPunct="1"/>
            <a:r>
              <a:rPr lang="en-GB" sz="2400" dirty="0"/>
              <a:t>GOP - MRO Dictionary module u</a:t>
            </a:r>
            <a:r>
              <a:rPr lang="en-IN" sz="2400" dirty="0"/>
              <a:t>sage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1802B9C-5D64-AB9C-6B23-7B6CA7BA9E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710" y="1825622"/>
            <a:ext cx="5718298" cy="43465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C1776-C9D0-85EA-EA97-A4738F55E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F7A3C-9081-418B-76A8-0B2EE1EDAF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507031"/>
            <a:ext cx="5181600" cy="4540885"/>
          </a:xfrm>
        </p:spPr>
        <p:txBody>
          <a:bodyPr/>
          <a:lstStyle/>
          <a:p>
            <a:r>
              <a:rPr lang="en-IN" sz="2000" dirty="0"/>
              <a:t>Click on Noun-Modifier Template List tab to view the list of all Noun-Modifier templates from all the versions</a:t>
            </a:r>
          </a:p>
          <a:p>
            <a:r>
              <a:rPr lang="en-IN" sz="2000" dirty="0"/>
              <a:t>Application shows the Sl. No., Version Name / No., Noun-Modifier, Created Date, Created By, Updated On, Updated By columns</a:t>
            </a:r>
          </a:p>
          <a:p>
            <a:r>
              <a:rPr lang="en-IN" sz="2000" dirty="0"/>
              <a:t>Application has the provision to export all the details to csv format</a:t>
            </a:r>
          </a:p>
          <a:p>
            <a:r>
              <a:rPr lang="en-IN" sz="2000" dirty="0"/>
              <a:t>Application has the option to search / filter / hide the column details. Also you can view the page in full-screen</a:t>
            </a:r>
          </a:p>
          <a:p>
            <a:r>
              <a:rPr lang="en-IN" sz="2000" dirty="0"/>
              <a:t>Click on any column header to sort the details in ascending / descending order</a:t>
            </a:r>
          </a:p>
          <a:p>
            <a:endParaRPr lang="en-IN" sz="20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5FD57030-1CEF-5784-354E-089EDDDFC583}"/>
              </a:ext>
            </a:extLst>
          </p:cNvPr>
          <p:cNvSpPr txBox="1">
            <a:spLocks/>
          </p:cNvSpPr>
          <p:nvPr/>
        </p:nvSpPr>
        <p:spPr bwMode="auto">
          <a:xfrm>
            <a:off x="6272348" y="181610"/>
            <a:ext cx="5511982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Noun-Modifier Template List</a:t>
            </a:r>
            <a:endParaRPr lang="en-GB" sz="2800" dirty="0"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2453F6-306E-AC08-28A9-A201F0E54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AD595-F121-42D4-AC66-477E0EBAE420}" type="slidenum">
              <a:rPr lang="en-IN" smtClean="0"/>
              <a:pPr/>
              <a:t>7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F32DC-195F-07C5-820F-C113372AD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Griha Software Technologies Pvt. Ltd.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1D1559C-844D-2240-6A1F-0CBA6F014874}"/>
              </a:ext>
            </a:extLst>
          </p:cNvPr>
          <p:cNvSpPr txBox="1">
            <a:spLocks/>
          </p:cNvSpPr>
          <p:nvPr/>
        </p:nvSpPr>
        <p:spPr bwMode="auto">
          <a:xfrm>
            <a:off x="236479" y="181610"/>
            <a:ext cx="5249091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9pPr>
          </a:lstStyle>
          <a:p>
            <a:pPr eaLnBrk="1" hangingPunct="1"/>
            <a:r>
              <a:rPr lang="en-GB" sz="2400" dirty="0"/>
              <a:t>GOP - MRO Dictionary module u</a:t>
            </a:r>
            <a:r>
              <a:rPr lang="en-IN" sz="2400" dirty="0"/>
              <a:t>sage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16F854-8E19-965D-EBC3-CC5BF89704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479" y="1458939"/>
            <a:ext cx="5859522" cy="4430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4579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425A4-D7D8-CD92-AED6-06D717CFC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016A92-B950-AC46-C623-010BE4DA2A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4540885"/>
          </a:xfrm>
        </p:spPr>
        <p:txBody>
          <a:bodyPr/>
          <a:lstStyle/>
          <a:p>
            <a:r>
              <a:rPr lang="en-IN" sz="2000" dirty="0"/>
              <a:t>Application has option to create a template which will have all details as dictionary viewer</a:t>
            </a:r>
          </a:p>
          <a:p>
            <a:r>
              <a:rPr lang="en-IN" sz="2000" dirty="0"/>
              <a:t>To Create a template, enter all the details and click on Save button</a:t>
            </a:r>
          </a:p>
          <a:p>
            <a:r>
              <a:rPr lang="en-IN" sz="2000" dirty="0"/>
              <a:t>MRO Dictionary Version Name / No., Noun, Modifier are mandatory field values to enter</a:t>
            </a:r>
          </a:p>
          <a:p>
            <a:r>
              <a:rPr lang="en-IN" sz="2000" dirty="0"/>
              <a:t>Each synonym for the noun must be unique</a:t>
            </a:r>
          </a:p>
          <a:p>
            <a:r>
              <a:rPr lang="en-IN" sz="2000" dirty="0"/>
              <a:t>Each attribute for the selected noun-modifier must be unique</a:t>
            </a:r>
          </a:p>
          <a:p>
            <a:r>
              <a:rPr lang="en-IN" sz="2000" dirty="0"/>
              <a:t>Each Value for the selected attribute must be unique</a:t>
            </a:r>
          </a:p>
          <a:p>
            <a:r>
              <a:rPr lang="en-IN" sz="2000" dirty="0"/>
              <a:t>The UNSPSC Version for each Noun-Modifier must be unique 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CBF9EDF2-08BD-6A98-5E77-FAD95CF92D70}"/>
              </a:ext>
            </a:extLst>
          </p:cNvPr>
          <p:cNvSpPr txBox="1">
            <a:spLocks/>
          </p:cNvSpPr>
          <p:nvPr/>
        </p:nvSpPr>
        <p:spPr bwMode="auto">
          <a:xfrm>
            <a:off x="6272348" y="273685"/>
            <a:ext cx="5511982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Create Noun-Modifier Template</a:t>
            </a:r>
            <a:endParaRPr lang="en-GB" sz="2800" dirty="0"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151B0A-47D0-CFBE-4B54-C7A69A6CB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AD595-F121-42D4-AC66-477E0EBAE420}" type="slidenum">
              <a:rPr lang="en-IN" smtClean="0"/>
              <a:pPr/>
              <a:t>8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6A2588-8187-3B57-05E3-438FFB332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Griha Software Technologies Pvt. Ltd.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938324D-BE36-B190-2581-80EE372BBDC6}"/>
              </a:ext>
            </a:extLst>
          </p:cNvPr>
          <p:cNvSpPr txBox="1">
            <a:spLocks/>
          </p:cNvSpPr>
          <p:nvPr/>
        </p:nvSpPr>
        <p:spPr bwMode="auto">
          <a:xfrm>
            <a:off x="268941" y="273684"/>
            <a:ext cx="5249091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9pPr>
          </a:lstStyle>
          <a:p>
            <a:pPr eaLnBrk="1" hangingPunct="1"/>
            <a:r>
              <a:rPr lang="en-GB" sz="2400" dirty="0"/>
              <a:t>GOP - MRO Dictionary module u</a:t>
            </a:r>
            <a:r>
              <a:rPr lang="en-IN" sz="2400" dirty="0"/>
              <a:t>sage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640E48-79CF-09C1-4748-F4F9FAB2C8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941" y="1692585"/>
            <a:ext cx="5728155" cy="4197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711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47659-4A76-0623-8218-CB1E81D03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518F64-6B2F-ADF7-6B16-505FE5BACB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4540885"/>
          </a:xfrm>
        </p:spPr>
        <p:txBody>
          <a:bodyPr/>
          <a:lstStyle/>
          <a:p>
            <a:r>
              <a:rPr lang="en-IN" sz="2000" dirty="0"/>
              <a:t>Application has option to edit a template which will have all details as dictionary viewer</a:t>
            </a:r>
          </a:p>
          <a:p>
            <a:r>
              <a:rPr lang="en-IN" sz="2000" dirty="0"/>
              <a:t>To edit any Noun-Modifier details, click on Noun-Modifier hyperlink from Noun-Modifier Template List page. Application displays all the details of selected Noun-Modifier in View Noun-Modifier template page. Click on Edit button to edit the details</a:t>
            </a:r>
          </a:p>
          <a:p>
            <a:r>
              <a:rPr lang="en-IN" sz="2000" dirty="0"/>
              <a:t>On click of Edit button, application displays all the details of selected noun-modifier in edit page.</a:t>
            </a:r>
          </a:p>
          <a:p>
            <a:r>
              <a:rPr lang="en-IN" sz="2000" dirty="0"/>
              <a:t>Edit the required details and click on save button to save all the details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B4A041E-2DA7-E402-573F-77820EF873A3}"/>
              </a:ext>
            </a:extLst>
          </p:cNvPr>
          <p:cNvSpPr txBox="1">
            <a:spLocks/>
          </p:cNvSpPr>
          <p:nvPr/>
        </p:nvSpPr>
        <p:spPr bwMode="auto">
          <a:xfrm>
            <a:off x="6272348" y="273685"/>
            <a:ext cx="5511982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Edit Noun-Modifier Template</a:t>
            </a:r>
            <a:endParaRPr lang="en-GB" sz="2800" dirty="0"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BEEB5D-7A3D-E2CA-6A1E-939B4CA9A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AD595-F121-42D4-AC66-477E0EBAE420}" type="slidenum">
              <a:rPr lang="en-IN" smtClean="0"/>
              <a:pPr/>
              <a:t>9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1F43AB-D23B-0454-1F3B-E09C887B5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Griha Software Technologies Pvt. Ltd.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ED309ED-E0EC-F94E-27E5-591995939E1B}"/>
              </a:ext>
            </a:extLst>
          </p:cNvPr>
          <p:cNvSpPr txBox="1">
            <a:spLocks/>
          </p:cNvSpPr>
          <p:nvPr/>
        </p:nvSpPr>
        <p:spPr bwMode="auto">
          <a:xfrm>
            <a:off x="295836" y="273685"/>
            <a:ext cx="5249091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9pPr>
          </a:lstStyle>
          <a:p>
            <a:pPr eaLnBrk="1" hangingPunct="1"/>
            <a:r>
              <a:rPr lang="en-GB" sz="2400" dirty="0"/>
              <a:t>GOP - MRO Dictionary module u</a:t>
            </a:r>
            <a:r>
              <a:rPr lang="en-IN" sz="2400" dirty="0"/>
              <a:t>sage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E9B528C-49F5-4F7E-F51A-4D575FD45E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836" y="1825623"/>
            <a:ext cx="5827925" cy="4360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818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0562F-3F94-C78E-9159-BEC8CD93A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AB44E-B049-8B93-40F2-B655E24251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507031"/>
            <a:ext cx="5181600" cy="4540885"/>
          </a:xfrm>
        </p:spPr>
        <p:txBody>
          <a:bodyPr/>
          <a:lstStyle/>
          <a:p>
            <a:r>
              <a:rPr lang="en-IN" sz="2000" dirty="0"/>
              <a:t>Application has option to delete a template which will have all details as dictionary viewer</a:t>
            </a:r>
          </a:p>
          <a:p>
            <a:r>
              <a:rPr lang="en-IN" sz="2000" dirty="0"/>
              <a:t>To delete any Noun-Modifier details, click on Noun-Modifier hyperlink from Noun-Modifier Template List page. Application displays all the details of selected Noun-Modifier in View Noun-Modifier template page. </a:t>
            </a:r>
          </a:p>
          <a:p>
            <a:r>
              <a:rPr lang="en-IN" sz="2000" dirty="0"/>
              <a:t>On click of Delete button, application displays the confirmation message to delete all the details of selected noun-modifier.</a:t>
            </a:r>
          </a:p>
          <a:p>
            <a:r>
              <a:rPr lang="en-IN" sz="2000" dirty="0"/>
              <a:t>Click on ‘Yes’ button to delete all the details of selected noun-modifier</a:t>
            </a:r>
          </a:p>
          <a:p>
            <a:r>
              <a:rPr lang="en-IN" sz="2000" dirty="0"/>
              <a:t>Click on ‘No’ button to cancel the delete operation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AC12152-BAFD-5BA3-3B1C-8529DD7964E2}"/>
              </a:ext>
            </a:extLst>
          </p:cNvPr>
          <p:cNvSpPr txBox="1">
            <a:spLocks/>
          </p:cNvSpPr>
          <p:nvPr/>
        </p:nvSpPr>
        <p:spPr bwMode="auto">
          <a:xfrm>
            <a:off x="6272348" y="181468"/>
            <a:ext cx="5511982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kumimoji="0" lang="en-IN" sz="2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+mj-cs"/>
              </a:rPr>
              <a:t>Delete Noun-Modifier Template</a:t>
            </a:r>
            <a:endParaRPr lang="en-GB" sz="2800" dirty="0">
              <a:latin typeface="+mn-lt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62931F6-EE78-E8E5-C307-83F4A61CE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8AD595-F121-42D4-AC66-477E0EBAE420}" type="slidenum">
              <a:rPr lang="en-IN" smtClean="0"/>
              <a:pPr/>
              <a:t>10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8D7AB2-F543-67EA-7649-20C405663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IN" dirty="0"/>
              <a:t>Griha Software Technologies Pvt. Ltd.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BA52913-661A-54BD-3953-D8DEC04E6369}"/>
              </a:ext>
            </a:extLst>
          </p:cNvPr>
          <p:cNvSpPr txBox="1">
            <a:spLocks/>
          </p:cNvSpPr>
          <p:nvPr/>
        </p:nvSpPr>
        <p:spPr bwMode="auto">
          <a:xfrm>
            <a:off x="492581" y="181468"/>
            <a:ext cx="5249091" cy="1325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5pPr>
            <a:lvl6pPr marL="4572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6pPr>
            <a:lvl7pPr marL="9144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7pPr>
            <a:lvl8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8pPr>
            <a:lvl9pPr marL="1828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 Light" pitchFamily="34" charset="0"/>
              </a:defRPr>
            </a:lvl9pPr>
          </a:lstStyle>
          <a:p>
            <a:pPr eaLnBrk="1" hangingPunct="1"/>
            <a:r>
              <a:rPr lang="en-GB" sz="2400" dirty="0"/>
              <a:t>GOP - MRO Dictionary module u</a:t>
            </a:r>
            <a:r>
              <a:rPr lang="en-IN" sz="2400" dirty="0"/>
              <a:t>sage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F10A0E-9BC1-C727-2E91-43336CF34F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670" y="1507031"/>
            <a:ext cx="5612131" cy="4342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805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1255</TotalTime>
  <Words>982</Words>
  <Application>Microsoft Office PowerPoint</Application>
  <PresentationFormat>Widescreen</PresentationFormat>
  <Paragraphs>85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User Guide</vt:lpstr>
      <vt:lpstr>GOP - MRO Dictionary module usage</vt:lpstr>
      <vt:lpstr>Open MRO Dictionary module </vt:lpstr>
      <vt:lpstr>MRO Dictionary Viewer</vt:lpstr>
      <vt:lpstr>MRO Dictionary Viewer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User Guide</dc:title>
  <dc:creator>Rajasimhan Namadevan</dc:creator>
  <cp:lastModifiedBy>Vinod R Chougule</cp:lastModifiedBy>
  <cp:revision>124</cp:revision>
  <dcterms:created xsi:type="dcterms:W3CDTF">2014-06-05T12:16:43Z</dcterms:created>
  <dcterms:modified xsi:type="dcterms:W3CDTF">2024-10-15T08:55:55Z</dcterms:modified>
</cp:coreProperties>
</file>