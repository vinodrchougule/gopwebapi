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6" r:id="rId4"/>
    <p:sldId id="307" r:id="rId5"/>
    <p:sldId id="276" r:id="rId6"/>
    <p:sldId id="322" r:id="rId7"/>
    <p:sldId id="323" r:id="rId8"/>
    <p:sldId id="365" r:id="rId9"/>
    <p:sldId id="366" r:id="rId10"/>
    <p:sldId id="324" r:id="rId11"/>
    <p:sldId id="325" r:id="rId12"/>
    <p:sldId id="326" r:id="rId13"/>
    <p:sldId id="327" r:id="rId14"/>
    <p:sldId id="328" r:id="rId15"/>
    <p:sldId id="329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60B8E2-5556-4B1D-BB54-59959ABE9660}">
          <p14:sldIdLst>
            <p14:sldId id="256"/>
            <p14:sldId id="265"/>
            <p14:sldId id="266"/>
            <p14:sldId id="307"/>
            <p14:sldId id="276"/>
            <p14:sldId id="322"/>
            <p14:sldId id="323"/>
            <p14:sldId id="365"/>
            <p14:sldId id="366"/>
            <p14:sldId id="324"/>
            <p14:sldId id="325"/>
            <p14:sldId id="326"/>
            <p14:sldId id="327"/>
            <p14:sldId id="328"/>
            <p14:sldId id="329"/>
          </p14:sldIdLst>
        </p14:section>
        <p14:section name="Untitled Section" id="{BB4A75B6-3E29-447B-ABC0-ADCC6E50806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396D5-2E5D-4F2D-8C19-D2AE1684F36D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CF631-D59F-4720-8AAA-BA6734259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31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4985C-9ED2-4B3F-B3CE-AFAC0B7FB243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EC9C8-89D8-4861-810C-5B04966122EF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39B66-4B9D-438B-B72D-D102F20A4D4E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8C37F9-B7F0-43C8-8C5E-49BB0F860D62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A64B8-A35B-4A41-9CF2-C8EEC3A5F90E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8C7B7-1056-425B-ADFF-D776953A4164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D6F60-D0BB-4C9E-AC13-F14244A6903F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AD595-F121-42D4-AC66-477E0EBAE420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B315D5-15A0-474F-9BD2-B2A3EABC9069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04BF4-A4F8-4059-9A83-C1D5EAAC1040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CC8DA-2E27-493A-BC01-98DF7822C0F9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CB979-E05B-42A5-BA39-E536DCC1D028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3715D-D60B-41DD-A624-7DCC3632AC30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26868-D98B-495B-9716-2850EE113E99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203B0-8062-49F5-B647-E828728F4469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89833-E92D-41FE-AF4A-EF76727E68E2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B59A5-93A0-41C8-B397-92CA357F69FC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8735E-EAFB-4F10-AC3A-EE8BA6F8FA9B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B4D04D-EF14-47EF-99E1-E1C7C0B27CBF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8D67F-1FAA-4426-AA7B-86B39A22FF1D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12D4A4-D828-4E03-B24B-CC5E22BCB0F3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1D8C7-1DBC-4966-BF0E-CDBECF06F926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9ADBD85-11C7-4136-98B7-F21C863935EC}" type="datetime1">
              <a:rPr lang="en-IN" smtClean="0"/>
              <a:t>25-04-2025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B0711D7-048C-4107-A28A-C2FC74E44461}" type="slidenum">
              <a:rPr lang="en-IN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User Guide</a:t>
            </a:r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50862"/>
          </a:xfrm>
        </p:spPr>
        <p:txBody>
          <a:bodyPr/>
          <a:lstStyle/>
          <a:p>
            <a:r>
              <a:rPr lang="en-US" sz="3600" b="1" dirty="0"/>
              <a:t>Incident Report</a:t>
            </a:r>
            <a:endParaRPr lang="en-IN" sz="3600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 rot="21350491">
            <a:off x="11075670" y="6356350"/>
            <a:ext cx="312420" cy="365125"/>
          </a:xfrm>
          <a:noFill/>
        </p:spPr>
        <p:txBody>
          <a:bodyPr/>
          <a:lstStyle/>
          <a:p>
            <a:fld id="{472EC9C8-89D8-4861-810C-5B04966122E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760" y="1532964"/>
            <a:ext cx="10202289" cy="4428449"/>
          </a:xfrm>
        </p:spPr>
        <p:txBody>
          <a:bodyPr/>
          <a:lstStyle/>
          <a:p>
            <a:r>
              <a:rPr lang="en-US" sz="1800" dirty="0"/>
              <a:t>The List of  pages for Incident Report Module is listed below:</a:t>
            </a:r>
            <a:endParaRPr lang="en-IN" sz="1800" dirty="0"/>
          </a:p>
          <a:p>
            <a:pPr lvl="0"/>
            <a:r>
              <a:rPr lang="en-IN" sz="1800" b="1" dirty="0"/>
              <a:t>Incident Types</a:t>
            </a:r>
          </a:p>
          <a:p>
            <a:pPr lvl="0"/>
            <a:r>
              <a:rPr lang="en-IN" sz="1800" b="1" dirty="0"/>
              <a:t>Register Incident</a:t>
            </a:r>
          </a:p>
          <a:p>
            <a:pPr lvl="0"/>
            <a:r>
              <a:rPr lang="en-IN" sz="1800" b="1" dirty="0"/>
              <a:t>Incidents Report</a:t>
            </a:r>
          </a:p>
          <a:p>
            <a:pPr lvl="0"/>
            <a:r>
              <a:rPr lang="en-IN" sz="1800" b="1" dirty="0"/>
              <a:t>Action on Incident</a:t>
            </a:r>
          </a:p>
          <a:p>
            <a:pPr lvl="0"/>
            <a:r>
              <a:rPr lang="en-IN" sz="1800" b="1" dirty="0"/>
              <a:t>Incident Dashboard</a:t>
            </a:r>
          </a:p>
          <a:p>
            <a:pPr marL="0" lvl="0" indent="0">
              <a:buNone/>
            </a:pPr>
            <a:endParaRPr lang="en-IN" sz="1800" b="1" dirty="0"/>
          </a:p>
          <a:p>
            <a:pPr marL="0" lvl="0" indent="0">
              <a:buNone/>
            </a:pPr>
            <a:r>
              <a:rPr lang="en-IN" sz="1800" dirty="0"/>
              <a:t>Login to GOP application with the URL provided by application administrator. Select Incident Report Menu option from top menu Panel. This menu panel will be visible / accessible, if application administrator has granted you the rights</a:t>
            </a:r>
          </a:p>
          <a:p>
            <a:pPr marL="457200" lvl="1" indent="0">
              <a:buNone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40851-0786-51E3-B99A-68939E76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10" y="480060"/>
            <a:ext cx="7642860" cy="857250"/>
          </a:xfrm>
        </p:spPr>
        <p:txBody>
          <a:bodyPr/>
          <a:lstStyle/>
          <a:p>
            <a:pPr algn="ctr"/>
            <a:r>
              <a:rPr lang="en-US" sz="3600" b="1" dirty="0"/>
              <a:t>Incident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4110" y="480060"/>
            <a:ext cx="7642860" cy="857250"/>
          </a:xfrm>
        </p:spPr>
        <p:txBody>
          <a:bodyPr/>
          <a:lstStyle/>
          <a:p>
            <a:pPr algn="ctr"/>
            <a:r>
              <a:rPr lang="en-US" sz="3600" b="1" dirty="0"/>
              <a:t>Incident Types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4BBA3D-088E-D77E-3957-E752C975E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95A3AF-B56E-F6A0-8DDB-D3F82AB4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2215"/>
            <a:ext cx="10515600" cy="483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9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365" y="179804"/>
            <a:ext cx="10202289" cy="336188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1 </a:t>
            </a:r>
            <a:r>
              <a:rPr lang="en-IN" sz="1800" b="1" dirty="0"/>
              <a:t>Incident Types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600" b="1" dirty="0"/>
              <a:t>1.1 Add New Incident Type</a:t>
            </a:r>
            <a:endParaRPr lang="en-GB" sz="1200" b="1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r>
              <a:rPr lang="en-IN" sz="1600" dirty="0"/>
              <a:t>To add a new </a:t>
            </a:r>
            <a:r>
              <a:rPr lang="en-IN" sz="1600" b="1" dirty="0"/>
              <a:t>Incident Type</a:t>
            </a:r>
            <a:r>
              <a:rPr lang="en-IN" sz="1600" dirty="0"/>
              <a:t> , follow the below steps,</a:t>
            </a:r>
          </a:p>
          <a:p>
            <a:pPr lvl="1"/>
            <a:r>
              <a:rPr lang="en-IN" sz="1600" dirty="0"/>
              <a:t>	Click on “Incident Types” tab from the set of tabs</a:t>
            </a:r>
          </a:p>
          <a:p>
            <a:pPr lvl="1">
              <a:buFont typeface="Wingdings" pitchFamily="2" charset="2"/>
              <a:buChar char="Ø"/>
            </a:pPr>
            <a:endParaRPr lang="en-IN" sz="16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sz="1400" dirty="0"/>
          </a:p>
          <a:p>
            <a:pPr lvl="1">
              <a:buFont typeface="Wingdings" pitchFamily="2" charset="2"/>
              <a:buChar char="Ø"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E5365-2706-5B2A-F924-617EC0D03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5942"/>
            <a:ext cx="10955279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3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32580" y="596387"/>
            <a:ext cx="1112121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IN" sz="1600" dirty="0"/>
              <a:t>Application shows all the incident types list added till date.</a:t>
            </a:r>
            <a:endParaRPr lang="en-IN" sz="1600" dirty="0"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IN" sz="1600" dirty="0">
                <a:cs typeface="Times New Roman" panose="02020603050405020304" pitchFamily="18" charset="0"/>
              </a:rPr>
              <a:t> Click on “+” sign to add new “Incident Type” beside the Incident Types List heading of page</a:t>
            </a:r>
          </a:p>
          <a:p>
            <a:pPr lvl="1">
              <a:buFont typeface="Wingdings" pitchFamily="2" charset="2"/>
              <a:buChar char="Ø"/>
            </a:pPr>
            <a:r>
              <a:rPr lang="en-IN" sz="1600" dirty="0">
                <a:cs typeface="Times New Roman" panose="02020603050405020304" pitchFamily="18" charset="0"/>
              </a:rPr>
              <a:t> Application shows the new page as below to create new incident type</a:t>
            </a:r>
          </a:p>
          <a:p>
            <a:pPr lvl="1">
              <a:buFont typeface="Wingdings" pitchFamily="2" charset="2"/>
              <a:buChar char="Ø"/>
            </a:pPr>
            <a:endParaRPr lang="en-IN" sz="1600" dirty="0">
              <a:cs typeface="Times New Roman" panose="02020603050405020304" pitchFamily="18" charset="0"/>
            </a:endParaRPr>
          </a:p>
          <a:p>
            <a:pPr lvl="1"/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618670" y="4605693"/>
            <a:ext cx="46334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ea typeface="Calibri" panose="020F0502020204030204" pitchFamily="34" charset="0"/>
                <a:cs typeface="Times New Roman" panose="02020603050405020304" pitchFamily="18" charset="0"/>
              </a:rPr>
              <a:t>Enter new Incident Type e.g. Virus Attack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ea typeface="Calibri" panose="020F0502020204030204" pitchFamily="34" charset="0"/>
                <a:cs typeface="Times New Roman" panose="02020603050405020304" pitchFamily="18" charset="0"/>
              </a:rPr>
              <a:t>Click on Save button to create a new incident type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4A40C3-6058-9EBA-3081-B03F1EEFE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706" y="1457245"/>
            <a:ext cx="6121694" cy="287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74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32580" y="596387"/>
            <a:ext cx="11121219" cy="1014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r>
              <a:rPr lang="en-IN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Incident Types List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To view the list of Incident Types, click on Incident Type tab from the set of tabs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Application shows the list of all available list of incident types</a:t>
            </a:r>
            <a:endParaRPr lang="en-IN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E95AE7-C325-328B-C7E1-1C9FABFC5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71" y="1750779"/>
            <a:ext cx="10700835" cy="393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5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32582" y="588601"/>
            <a:ext cx="218789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r>
              <a:rPr lang="en-IN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View Incident Type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01F16D-DD59-1704-D326-C8915EC7C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27" y="1720112"/>
            <a:ext cx="7654533" cy="27110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A80CDE0-30B7-E4F0-4FC8-F5272E63237E}"/>
              </a:ext>
            </a:extLst>
          </p:cNvPr>
          <p:cNvSpPr/>
          <p:nvPr/>
        </p:nvSpPr>
        <p:spPr>
          <a:xfrm>
            <a:off x="411874" y="973208"/>
            <a:ext cx="111212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To view any incident type, click on Hyperlink of that Incident Type from Incident Types List 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Application shows the Incident Type details as in below screenshot</a:t>
            </a:r>
          </a:p>
        </p:txBody>
      </p:sp>
    </p:spTree>
    <p:extLst>
      <p:ext uri="{BB962C8B-B14F-4D97-AF65-F5344CB8AC3E}">
        <p14:creationId xmlns:p14="http://schemas.microsoft.com/office/powerpoint/2010/main" val="93901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CB575-4B39-EF0A-D32C-6FB6D6135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26714-C01B-CC43-E0F6-8419B6EB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</a:t>
            </a:r>
            <a:r>
              <a:rPr lang="en-IN" dirty="0" err="1"/>
              <a:t>Pvt.</a:t>
            </a:r>
            <a:r>
              <a:rPr lang="en-IN" dirty="0"/>
              <a:t> Ltd.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AEF5D-AC35-58FD-6F46-9E05778B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403E0C-23AF-8631-F0F3-2067EE1C5898}"/>
              </a:ext>
            </a:extLst>
          </p:cNvPr>
          <p:cNvSpPr/>
          <p:nvPr/>
        </p:nvSpPr>
        <p:spPr>
          <a:xfrm>
            <a:off x="232582" y="588601"/>
            <a:ext cx="218789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r>
              <a:rPr lang="en-IN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Edit Incident Type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42D976-4A6C-F5C6-BE6D-9617D03CBD30}"/>
              </a:ext>
            </a:extLst>
          </p:cNvPr>
          <p:cNvSpPr/>
          <p:nvPr/>
        </p:nvSpPr>
        <p:spPr>
          <a:xfrm>
            <a:off x="411874" y="973208"/>
            <a:ext cx="111212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To edit any incident type, click on Edit button from View Incident Type 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Application shows the Incident Type details as in below screenshot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DAFA4E-8794-5940-5DAC-26C979FC6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27" y="1695391"/>
            <a:ext cx="7992240" cy="33358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B4EAB0-59F2-AB03-82D0-5E5F93B3ACC4}"/>
              </a:ext>
            </a:extLst>
          </p:cNvPr>
          <p:cNvSpPr/>
          <p:nvPr/>
        </p:nvSpPr>
        <p:spPr>
          <a:xfrm>
            <a:off x="411873" y="5162609"/>
            <a:ext cx="111212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Edit Incident Type text as required and click on “Save” button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Application saves the changes and redirects the page to Incident Types List</a:t>
            </a:r>
          </a:p>
        </p:txBody>
      </p:sp>
    </p:spTree>
    <p:extLst>
      <p:ext uri="{BB962C8B-B14F-4D97-AF65-F5344CB8AC3E}">
        <p14:creationId xmlns:p14="http://schemas.microsoft.com/office/powerpoint/2010/main" val="348176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C0DB9-728E-D177-1A73-62DE6704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D0057-EE59-A676-C360-C4F5E350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</a:t>
            </a:r>
            <a:r>
              <a:rPr lang="en-IN" dirty="0" err="1"/>
              <a:t>Pvt.</a:t>
            </a:r>
            <a:r>
              <a:rPr lang="en-IN" dirty="0"/>
              <a:t> Ltd.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1D983-3DE0-09CC-1CA9-F7F6CA95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C6DC9E-B730-EE13-8118-D3DC7E7CC57B}"/>
              </a:ext>
            </a:extLst>
          </p:cNvPr>
          <p:cNvSpPr/>
          <p:nvPr/>
        </p:nvSpPr>
        <p:spPr>
          <a:xfrm>
            <a:off x="232582" y="588601"/>
            <a:ext cx="2537512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en-IN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Delete Incident Type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03AB6B-7462-8360-899E-E9E82D31A5A2}"/>
              </a:ext>
            </a:extLst>
          </p:cNvPr>
          <p:cNvSpPr/>
          <p:nvPr/>
        </p:nvSpPr>
        <p:spPr>
          <a:xfrm>
            <a:off x="411874" y="973208"/>
            <a:ext cx="111212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To delete incident type, click on delete button from View Incident Type page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Application confirms the delete operation as in below screenshot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00666-52D7-2366-71AC-A5BF8150DEBA}"/>
              </a:ext>
            </a:extLst>
          </p:cNvPr>
          <p:cNvSpPr/>
          <p:nvPr/>
        </p:nvSpPr>
        <p:spPr>
          <a:xfrm>
            <a:off x="411873" y="5162609"/>
            <a:ext cx="111212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Click on Yes button to delete the Incident Type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Click on No button to cancel the delete operation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57C427-FB4C-3AB9-7F2A-72EC6365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761" y="1467072"/>
            <a:ext cx="7463322" cy="348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8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61546" y="376193"/>
            <a:ext cx="11121219" cy="10761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2. Register Incident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/>
              <a:t>To register an incident, click on “Register Incident” tab from the set of tabs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Application shows the Register Incident page as in below screenshot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1546" y="4730596"/>
            <a:ext cx="10627031" cy="180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ea typeface="Calibri" panose="020F0502020204030204" pitchFamily="34" charset="0"/>
                <a:cs typeface="Times New Roman" panose="02020603050405020304" pitchFamily="18" charset="0"/>
              </a:rPr>
              <a:t>Enter all the details of Incident as in above screenshot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ea typeface="Calibri" panose="020F0502020204030204" pitchFamily="34" charset="0"/>
                <a:cs typeface="Times New Roman" panose="02020603050405020304" pitchFamily="18" charset="0"/>
              </a:rPr>
              <a:t>Click on Submit to register / save the incident. You can edit it as many times as you want until all the changes confirmed.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ea typeface="Calibri" panose="020F0502020204030204" pitchFamily="34" charset="0"/>
                <a:cs typeface="Times New Roman" panose="02020603050405020304" pitchFamily="18" charset="0"/>
              </a:rPr>
              <a:t>We can click on “Confirm and Email” button, if we are sure about the incident details entered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ea typeface="Calibri" panose="020F0502020204030204" pitchFamily="34" charset="0"/>
                <a:cs typeface="Times New Roman" panose="02020603050405020304" pitchFamily="18" charset="0"/>
              </a:rPr>
              <a:t>On clicking Submit / Confirm, application generates incident no.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ea typeface="Calibri" panose="020F0502020204030204" pitchFamily="34" charset="0"/>
                <a:cs typeface="Times New Roman" panose="02020603050405020304" pitchFamily="18" charset="0"/>
              </a:rPr>
              <a:t>On confirm, application sends an email to concern employees about the details of incident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BE28C-0427-F5E7-5D85-13F69D08A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069" y="1452385"/>
            <a:ext cx="6605984" cy="327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63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32580" y="596387"/>
            <a:ext cx="11121219" cy="71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2.1 Incident Report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/>
              <a:t>To view the list of all incidents, click on “Incident Report” tab from the set of tabs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F063C7-7924-5C51-121A-37F0B332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64" y="1471403"/>
            <a:ext cx="9049871" cy="41239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520194-5EF5-F4A4-27F4-1A535548B931}"/>
              </a:ext>
            </a:extLst>
          </p:cNvPr>
          <p:cNvSpPr/>
          <p:nvPr/>
        </p:nvSpPr>
        <p:spPr>
          <a:xfrm>
            <a:off x="535389" y="5551482"/>
            <a:ext cx="11121219" cy="71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/>
              <a:t>The list of all incidents can be exported to excel / csv formats by using the buttons above the list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Search on any field for any value from the incident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94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4AEB4-CFAA-C791-A6A0-BB705C46AF62}"/>
              </a:ext>
            </a:extLst>
          </p:cNvPr>
          <p:cNvSpPr/>
          <p:nvPr/>
        </p:nvSpPr>
        <p:spPr>
          <a:xfrm>
            <a:off x="232581" y="233317"/>
            <a:ext cx="11121219" cy="344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2.2 View Incident Details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6D7BB5-45FD-B156-3105-9024EC643C5F}"/>
              </a:ext>
            </a:extLst>
          </p:cNvPr>
          <p:cNvSpPr/>
          <p:nvPr/>
        </p:nvSpPr>
        <p:spPr>
          <a:xfrm>
            <a:off x="400918" y="577386"/>
            <a:ext cx="11121219" cy="645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To view the details of any incident, click on “Incident No.” hyperlink from the list of incidents from Incident Report page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Application shows the incident details as in below screenshot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88E8F5-47AA-7F75-1405-32BB5F4CC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81" y="1223141"/>
            <a:ext cx="11558501" cy="513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26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7110D-5CC8-B0A0-81C9-9CC50F9D39E8}"/>
              </a:ext>
            </a:extLst>
          </p:cNvPr>
          <p:cNvSpPr/>
          <p:nvPr/>
        </p:nvSpPr>
        <p:spPr>
          <a:xfrm>
            <a:off x="232581" y="233317"/>
            <a:ext cx="11121219" cy="344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2.3 Action on Incident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86DFAD-E898-8CB3-2859-2A256E33673A}"/>
              </a:ext>
            </a:extLst>
          </p:cNvPr>
          <p:cNvSpPr/>
          <p:nvPr/>
        </p:nvSpPr>
        <p:spPr>
          <a:xfrm>
            <a:off x="400918" y="577386"/>
            <a:ext cx="11121219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To enter the action taken details on incident, click on “Edit Action on Incident” option button from “Incident Report” page as in below screenshot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2F1259-8FBE-939D-B6BC-2CA8A5A84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4" y="1223140"/>
            <a:ext cx="9910482" cy="475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53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32580" y="596387"/>
            <a:ext cx="11121219" cy="1476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r>
              <a:rPr lang="en-IN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Edit Action on Incident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Enter the action details as Root Cause, Corrective Action, Preventive Action, Action Completed By and, Action Completed 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Click on Submit / Confirm button to save the action details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If you click on Confirm button, application sends an email to concerned employees about the action and you won’t be able to make any changes there after</a:t>
            </a:r>
            <a:endParaRPr lang="en-IN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3430CA-64CC-D40B-34E9-9EE7201F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28884"/>
            <a:ext cx="7194175" cy="422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52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C37F9-B7F0-43C8-8C5E-49BB0F860D62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53DFF-318E-3CE2-B191-8F814B4E7ABF}"/>
              </a:ext>
            </a:extLst>
          </p:cNvPr>
          <p:cNvSpPr txBox="1"/>
          <p:nvPr/>
        </p:nvSpPr>
        <p:spPr>
          <a:xfrm>
            <a:off x="453839" y="323212"/>
            <a:ext cx="609824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Incident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BB1FEF-C36B-12F8-DCC6-BBB9921B7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1" y="861654"/>
            <a:ext cx="11012437" cy="478611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4E93C1-0DD6-05EC-FFE9-19CE0CA9FD84}"/>
              </a:ext>
            </a:extLst>
          </p:cNvPr>
          <p:cNvSpPr/>
          <p:nvPr/>
        </p:nvSpPr>
        <p:spPr>
          <a:xfrm>
            <a:off x="480999" y="5793778"/>
            <a:ext cx="11121219" cy="645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Application shows the summary of incidents count based on the status of each incident.</a:t>
            </a:r>
          </a:p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We can see the list of incidents from any year by selecting it from the dropdown</a:t>
            </a:r>
          </a:p>
        </p:txBody>
      </p:sp>
    </p:spTree>
    <p:extLst>
      <p:ext uri="{BB962C8B-B14F-4D97-AF65-F5344CB8AC3E}">
        <p14:creationId xmlns:p14="http://schemas.microsoft.com/office/powerpoint/2010/main" val="8596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7478</TotalTime>
  <Words>788</Words>
  <Application>Microsoft Office PowerPoint</Application>
  <PresentationFormat>Widescreen</PresentationFormat>
  <Paragraphs>763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User Guide</vt:lpstr>
      <vt:lpstr>Incident Report</vt:lpstr>
      <vt:lpstr>Incident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</dc:title>
  <dc:creator>Manoj D S</dc:creator>
  <cp:lastModifiedBy>Vinod R Chougule</cp:lastModifiedBy>
  <cp:revision>388</cp:revision>
  <dcterms:created xsi:type="dcterms:W3CDTF">2014-06-05T12:16:43Z</dcterms:created>
  <dcterms:modified xsi:type="dcterms:W3CDTF">2025-04-25T10:54:27Z</dcterms:modified>
</cp:coreProperties>
</file>